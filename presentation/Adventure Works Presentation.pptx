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59" r:id="rId7"/>
    <p:sldId id="26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06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singampalli" userId="80e409b45a22343c" providerId="LiveId" clId="{B340BE68-3B42-4969-BE10-35E78B376322}"/>
    <pc:docChg chg="undo redo custSel addSld delSld modSld sldOrd addSection delSection">
      <pc:chgData name="sravanthi singampalli" userId="80e409b45a22343c" providerId="LiveId" clId="{B340BE68-3B42-4969-BE10-35E78B376322}" dt="2026-03-28T11:01:21.593" v="2060" actId="14100"/>
      <pc:docMkLst>
        <pc:docMk/>
      </pc:docMkLst>
      <pc:sldChg chg="addSp delSp modSp mod delDesignElem">
        <pc:chgData name="sravanthi singampalli" userId="80e409b45a22343c" providerId="LiveId" clId="{B340BE68-3B42-4969-BE10-35E78B376322}" dt="2026-03-28T10:53:01.964" v="2051"/>
        <pc:sldMkLst>
          <pc:docMk/>
          <pc:sldMk cId="1487700712" sldId="256"/>
        </pc:sldMkLst>
        <pc:spChg chg="mod">
          <ac:chgData name="sravanthi singampalli" userId="80e409b45a22343c" providerId="LiveId" clId="{B340BE68-3B42-4969-BE10-35E78B376322}" dt="2026-03-28T10:39:53.137" v="1985" actId="2711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sravanthi singampalli" userId="80e409b45a22343c" providerId="LiveId" clId="{B340BE68-3B42-4969-BE10-35E78B376322}" dt="2026-03-28T10:39:52.257" v="1984" actId="2711"/>
          <ac:spMkLst>
            <pc:docMk/>
            <pc:sldMk cId="1487700712" sldId="256"/>
            <ac:spMk id="3" creationId="{48B6CF59-4E5B-494D-A2F7-97ADD01E6497}"/>
          </ac:spMkLst>
        </pc:spChg>
        <pc:spChg chg="add del">
          <ac:chgData name="sravanthi singampalli" userId="80e409b45a22343c" providerId="LiveId" clId="{B340BE68-3B42-4969-BE10-35E78B376322}" dt="2026-03-28T10:53:01.964" v="2051"/>
          <ac:spMkLst>
            <pc:docMk/>
            <pc:sldMk cId="1487700712" sldId="256"/>
            <ac:spMk id="15" creationId="{493D4EDA-58E0-40CC-B3CA-14CDEB349D24}"/>
          </ac:spMkLst>
        </pc:spChg>
        <pc:spChg chg="add del">
          <ac:chgData name="sravanthi singampalli" userId="80e409b45a22343c" providerId="LiveId" clId="{B340BE68-3B42-4969-BE10-35E78B376322}" dt="2026-03-28T10:53:01.964" v="2051"/>
          <ac:spMkLst>
            <pc:docMk/>
            <pc:sldMk cId="1487700712" sldId="256"/>
            <ac:spMk id="22" creationId="{4A2E7EC3-E07C-46CE-9B25-41865A50681C}"/>
          </ac:spMkLst>
        </pc:spChg>
        <pc:grpChg chg="add del">
          <ac:chgData name="sravanthi singampalli" userId="80e409b45a22343c" providerId="LiveId" clId="{B340BE68-3B42-4969-BE10-35E78B376322}" dt="2026-03-28T10:53:01.964" v="2051"/>
          <ac:grpSpMkLst>
            <pc:docMk/>
            <pc:sldMk cId="1487700712" sldId="256"/>
            <ac:grpSpMk id="17" creationId="{AA9EB0BC-A85E-4C26-B355-5DFCEF6CCB49}"/>
          </ac:grpSpMkLst>
        </pc:grpChg>
      </pc:sldChg>
      <pc:sldChg chg="modSp mod">
        <pc:chgData name="sravanthi singampalli" userId="80e409b45a22343c" providerId="LiveId" clId="{B340BE68-3B42-4969-BE10-35E78B376322}" dt="2026-03-28T10:53:01.964" v="2051"/>
        <pc:sldMkLst>
          <pc:docMk/>
          <pc:sldMk cId="497607547" sldId="258"/>
        </pc:sldMkLst>
        <pc:spChg chg="mod">
          <ac:chgData name="sravanthi singampalli" userId="80e409b45a22343c" providerId="LiveId" clId="{B340BE68-3B42-4969-BE10-35E78B376322}" dt="2026-03-28T10:53:01.964" v="2051"/>
          <ac:spMkLst>
            <pc:docMk/>
            <pc:sldMk cId="497607547" sldId="258"/>
            <ac:spMk id="2" creationId="{921633EB-7DCB-4DDC-80AF-C885A3EE1245}"/>
          </ac:spMkLst>
        </pc:spChg>
        <pc:spChg chg="mod">
          <ac:chgData name="sravanthi singampalli" userId="80e409b45a22343c" providerId="LiveId" clId="{B340BE68-3B42-4969-BE10-35E78B376322}" dt="2026-03-28T10:35:02.439" v="1966" actId="207"/>
          <ac:spMkLst>
            <pc:docMk/>
            <pc:sldMk cId="497607547" sldId="258"/>
            <ac:spMk id="5" creationId="{543B1DFE-D605-3774-229A-8C91804AD3FB}"/>
          </ac:spMkLst>
        </pc:spChg>
        <pc:picChg chg="mod">
          <ac:chgData name="sravanthi singampalli" userId="80e409b45a22343c" providerId="LiveId" clId="{B340BE68-3B42-4969-BE10-35E78B376322}" dt="2026-03-28T10:53:01.964" v="2051"/>
          <ac:picMkLst>
            <pc:docMk/>
            <pc:sldMk cId="497607547" sldId="258"/>
            <ac:picMk id="11" creationId="{47D9BE16-119C-43B2-9AE6-18C4A150C0EF}"/>
          </ac:picMkLst>
        </pc:picChg>
      </pc:sldChg>
      <pc:sldChg chg="modSp mod">
        <pc:chgData name="sravanthi singampalli" userId="80e409b45a22343c" providerId="LiveId" clId="{B340BE68-3B42-4969-BE10-35E78B376322}" dt="2026-03-28T10:53:01.964" v="2051"/>
        <pc:sldMkLst>
          <pc:docMk/>
          <pc:sldMk cId="2442945111" sldId="259"/>
        </pc:sldMkLst>
        <pc:spChg chg="mod">
          <ac:chgData name="sravanthi singampalli" userId="80e409b45a22343c" providerId="LiveId" clId="{B340BE68-3B42-4969-BE10-35E78B376322}" dt="2026-03-28T10:53:01.964" v="2051"/>
          <ac:spMkLst>
            <pc:docMk/>
            <pc:sldMk cId="2442945111" sldId="259"/>
            <ac:spMk id="2" creationId="{B5FB07A6-1752-7278-E180-2EC98A98A225}"/>
          </ac:spMkLst>
        </pc:spChg>
        <pc:spChg chg="mod">
          <ac:chgData name="sravanthi singampalli" userId="80e409b45a22343c" providerId="LiveId" clId="{B340BE68-3B42-4969-BE10-35E78B376322}" dt="2026-03-28T10:34:26.816" v="1965" actId="207"/>
          <ac:spMkLst>
            <pc:docMk/>
            <pc:sldMk cId="2442945111" sldId="259"/>
            <ac:spMk id="5" creationId="{F3B261F6-8A1E-9303-42EF-EA6813DF2BC3}"/>
          </ac:spMkLst>
        </pc:spChg>
      </pc:sldChg>
      <pc:sldChg chg="addSp delSp modSp del mod">
        <pc:chgData name="sravanthi singampalli" userId="80e409b45a22343c" providerId="LiveId" clId="{B340BE68-3B42-4969-BE10-35E78B376322}" dt="2026-03-28T10:11:17.977" v="1543" actId="2696"/>
        <pc:sldMkLst>
          <pc:docMk/>
          <pc:sldMk cId="2879682436" sldId="260"/>
        </pc:sldMkLst>
        <pc:spChg chg="mod">
          <ac:chgData name="sravanthi singampalli" userId="80e409b45a22343c" providerId="LiveId" clId="{B340BE68-3B42-4969-BE10-35E78B376322}" dt="2026-03-28T08:31:52.594" v="762"/>
          <ac:spMkLst>
            <pc:docMk/>
            <pc:sldMk cId="2879682436" sldId="260"/>
            <ac:spMk id="2" creationId="{07E48EA4-6731-4D27-489F-CCA4A2A9636B}"/>
          </ac:spMkLst>
        </pc:spChg>
        <pc:spChg chg="add del mod">
          <ac:chgData name="sravanthi singampalli" userId="80e409b45a22343c" providerId="LiveId" clId="{B340BE68-3B42-4969-BE10-35E78B376322}" dt="2026-03-28T10:10:35.799" v="1542" actId="21"/>
          <ac:spMkLst>
            <pc:docMk/>
            <pc:sldMk cId="2879682436" sldId="260"/>
            <ac:spMk id="3" creationId="{151BC080-6C0F-CAE6-8FEA-4D14C27A4A95}"/>
          </ac:spMkLst>
        </pc:spChg>
      </pc:sldChg>
      <pc:sldChg chg="addSp delSp modSp mod">
        <pc:chgData name="sravanthi singampalli" userId="80e409b45a22343c" providerId="LiveId" clId="{B340BE68-3B42-4969-BE10-35E78B376322}" dt="2026-03-28T10:53:01.964" v="2051"/>
        <pc:sldMkLst>
          <pc:docMk/>
          <pc:sldMk cId="490485183" sldId="261"/>
        </pc:sldMkLst>
        <pc:spChg chg="mod">
          <ac:chgData name="sravanthi singampalli" userId="80e409b45a22343c" providerId="LiveId" clId="{B340BE68-3B42-4969-BE10-35E78B376322}" dt="2026-03-28T10:53:01.964" v="2051"/>
          <ac:spMkLst>
            <pc:docMk/>
            <pc:sldMk cId="490485183" sldId="261"/>
            <ac:spMk id="2" creationId="{ADD2C380-4DB5-26CE-0F12-718582F35F40}"/>
          </ac:spMkLst>
        </pc:spChg>
        <pc:spChg chg="add mod">
          <ac:chgData name="sravanthi singampalli" userId="80e409b45a22343c" providerId="LiveId" clId="{B340BE68-3B42-4969-BE10-35E78B376322}" dt="2026-03-28T06:46:10.524" v="61" actId="767"/>
          <ac:spMkLst>
            <pc:docMk/>
            <pc:sldMk cId="490485183" sldId="261"/>
            <ac:spMk id="3" creationId="{07918E67-1217-7949-4ED2-191E1C1ADE88}"/>
          </ac:spMkLst>
        </pc:spChg>
        <pc:spChg chg="add mod">
          <ac:chgData name="sravanthi singampalli" userId="80e409b45a22343c" providerId="LiveId" clId="{B340BE68-3B42-4969-BE10-35E78B376322}" dt="2026-03-28T10:37:17.544" v="1973" actId="1076"/>
          <ac:spMkLst>
            <pc:docMk/>
            <pc:sldMk cId="490485183" sldId="261"/>
            <ac:spMk id="4" creationId="{6B1ACA30-ACAD-B81E-9DF5-B1CA98B3854C}"/>
          </ac:spMkLst>
        </pc:spChg>
        <pc:spChg chg="add mod">
          <ac:chgData name="sravanthi singampalli" userId="80e409b45a22343c" providerId="LiveId" clId="{B340BE68-3B42-4969-BE10-35E78B376322}" dt="2026-03-28T10:37:21.874" v="1974" actId="1076"/>
          <ac:spMkLst>
            <pc:docMk/>
            <pc:sldMk cId="490485183" sldId="261"/>
            <ac:spMk id="5" creationId="{E1F82F27-1F97-E8D8-982E-4E4F0E51A529}"/>
          </ac:spMkLst>
        </pc:spChg>
        <pc:spChg chg="add mod">
          <ac:chgData name="sravanthi singampalli" userId="80e409b45a22343c" providerId="LiveId" clId="{B340BE68-3B42-4969-BE10-35E78B376322}" dt="2026-03-28T10:36:16.717" v="1970" actId="122"/>
          <ac:spMkLst>
            <pc:docMk/>
            <pc:sldMk cId="490485183" sldId="261"/>
            <ac:spMk id="6" creationId="{66C94EBB-D74C-8478-306F-4474356813F4}"/>
          </ac:spMkLst>
        </pc:spChg>
        <pc:spChg chg="add mod">
          <ac:chgData name="sravanthi singampalli" userId="80e409b45a22343c" providerId="LiveId" clId="{B340BE68-3B42-4969-BE10-35E78B376322}" dt="2026-03-28T06:57:45.391" v="329" actId="767"/>
          <ac:spMkLst>
            <pc:docMk/>
            <pc:sldMk cId="490485183" sldId="261"/>
            <ac:spMk id="7" creationId="{80FE9D1D-C8D4-8AEC-2569-59F50C4BBC99}"/>
          </ac:spMkLst>
        </pc:spChg>
        <pc:spChg chg="add del mod">
          <ac:chgData name="sravanthi singampalli" userId="80e409b45a22343c" providerId="LiveId" clId="{B340BE68-3B42-4969-BE10-35E78B376322}" dt="2026-03-28T10:35:50.093" v="1968" actId="120"/>
          <ac:spMkLst>
            <pc:docMk/>
            <pc:sldMk cId="490485183" sldId="261"/>
            <ac:spMk id="8" creationId="{DA39B2D2-4F4C-35D6-E8CA-E208C404492F}"/>
          </ac:spMkLst>
        </pc:spChg>
      </pc:sldChg>
      <pc:sldChg chg="modSp mod">
        <pc:chgData name="sravanthi singampalli" userId="80e409b45a22343c" providerId="LiveId" clId="{B340BE68-3B42-4969-BE10-35E78B376322}" dt="2026-03-28T08:24:07.973" v="727" actId="207"/>
        <pc:sldMkLst>
          <pc:docMk/>
          <pc:sldMk cId="1913226435" sldId="262"/>
        </pc:sldMkLst>
        <pc:spChg chg="mod">
          <ac:chgData name="sravanthi singampalli" userId="80e409b45a22343c" providerId="LiveId" clId="{B340BE68-3B42-4969-BE10-35E78B376322}" dt="2026-03-28T08:24:07.973" v="727" actId="207"/>
          <ac:spMkLst>
            <pc:docMk/>
            <pc:sldMk cId="1913226435" sldId="262"/>
            <ac:spMk id="11" creationId="{AB69BD16-3A82-4191-5EE7-10DFD660CC7F}"/>
          </ac:spMkLst>
        </pc:spChg>
      </pc:sldChg>
      <pc:sldChg chg="modSp mod">
        <pc:chgData name="sravanthi singampalli" userId="80e409b45a22343c" providerId="LiveId" clId="{B340BE68-3B42-4969-BE10-35E78B376322}" dt="2026-03-28T08:24:40.294" v="729" actId="207"/>
        <pc:sldMkLst>
          <pc:docMk/>
          <pc:sldMk cId="2983126110" sldId="263"/>
        </pc:sldMkLst>
        <pc:spChg chg="mod">
          <ac:chgData name="sravanthi singampalli" userId="80e409b45a22343c" providerId="LiveId" clId="{B340BE68-3B42-4969-BE10-35E78B376322}" dt="2026-03-28T08:24:40.294" v="729" actId="207"/>
          <ac:spMkLst>
            <pc:docMk/>
            <pc:sldMk cId="2983126110" sldId="263"/>
            <ac:spMk id="7" creationId="{D64EEE36-878C-2C23-478F-B1F33255A79F}"/>
          </ac:spMkLst>
        </pc:spChg>
      </pc:sldChg>
      <pc:sldChg chg="addSp delSp modSp mod">
        <pc:chgData name="sravanthi singampalli" userId="80e409b45a22343c" providerId="LiveId" clId="{B340BE68-3B42-4969-BE10-35E78B376322}" dt="2026-03-28T09:19:52.408" v="1156" actId="14100"/>
        <pc:sldMkLst>
          <pc:docMk/>
          <pc:sldMk cId="533236988" sldId="264"/>
        </pc:sldMkLst>
        <pc:spChg chg="mod">
          <ac:chgData name="sravanthi singampalli" userId="80e409b45a22343c" providerId="LiveId" clId="{B340BE68-3B42-4969-BE10-35E78B376322}" dt="2026-03-28T08:25:15.329" v="732" actId="207"/>
          <ac:spMkLst>
            <pc:docMk/>
            <pc:sldMk cId="533236988" sldId="264"/>
            <ac:spMk id="7" creationId="{14C3CD36-9C4F-418E-1BEB-3BCD6E298664}"/>
          </ac:spMkLst>
        </pc:spChg>
        <pc:picChg chg="add mod">
          <ac:chgData name="sravanthi singampalli" userId="80e409b45a22343c" providerId="LiveId" clId="{B340BE68-3B42-4969-BE10-35E78B376322}" dt="2026-03-28T09:19:52.408" v="1156" actId="14100"/>
          <ac:picMkLst>
            <pc:docMk/>
            <pc:sldMk cId="533236988" sldId="264"/>
            <ac:picMk id="3" creationId="{2BEE34F7-6629-B589-C358-74DB846B41B4}"/>
          </ac:picMkLst>
        </pc:picChg>
        <pc:picChg chg="del">
          <ac:chgData name="sravanthi singampalli" userId="80e409b45a22343c" providerId="LiveId" clId="{B340BE68-3B42-4969-BE10-35E78B376322}" dt="2026-03-28T09:19:18.089" v="1151" actId="21"/>
          <ac:picMkLst>
            <pc:docMk/>
            <pc:sldMk cId="533236988" sldId="264"/>
            <ac:picMk id="6" creationId="{D3C96145-7700-E94F-6619-CD227CEC7B11}"/>
          </ac:picMkLst>
        </pc:picChg>
      </pc:sldChg>
      <pc:sldChg chg="del">
        <pc:chgData name="sravanthi singampalli" userId="80e409b45a22343c" providerId="LiveId" clId="{B340BE68-3B42-4969-BE10-35E78B376322}" dt="2026-03-28T06:43:44.613" v="17" actId="2696"/>
        <pc:sldMkLst>
          <pc:docMk/>
          <pc:sldMk cId="883564718" sldId="265"/>
        </pc:sldMkLst>
      </pc:sldChg>
      <pc:sldChg chg="addSp delSp modSp add mod">
        <pc:chgData name="sravanthi singampalli" userId="80e409b45a22343c" providerId="LiveId" clId="{B340BE68-3B42-4969-BE10-35E78B376322}" dt="2026-03-28T08:25:54.137" v="750" actId="207"/>
        <pc:sldMkLst>
          <pc:docMk/>
          <pc:sldMk cId="3307959365" sldId="265"/>
        </pc:sldMkLst>
        <pc:spChg chg="mod">
          <ac:chgData name="sravanthi singampalli" userId="80e409b45a22343c" providerId="LiveId" clId="{B340BE68-3B42-4969-BE10-35E78B376322}" dt="2026-03-28T08:25:54.137" v="750" actId="207"/>
          <ac:spMkLst>
            <pc:docMk/>
            <pc:sldMk cId="3307959365" sldId="265"/>
            <ac:spMk id="7" creationId="{B8191DA4-32AB-4E98-3B21-604973432209}"/>
          </ac:spMkLst>
        </pc:spChg>
        <pc:picChg chg="add mod">
          <ac:chgData name="sravanthi singampalli" userId="80e409b45a22343c" providerId="LiveId" clId="{B340BE68-3B42-4969-BE10-35E78B376322}" dt="2026-03-28T06:44:42.355" v="24" actId="14100"/>
          <ac:picMkLst>
            <pc:docMk/>
            <pc:sldMk cId="3307959365" sldId="265"/>
            <ac:picMk id="3" creationId="{784F72E4-E28F-4B7E-C28A-2AA9E2087086}"/>
          </ac:picMkLst>
        </pc:picChg>
        <pc:picChg chg="del">
          <ac:chgData name="sravanthi singampalli" userId="80e409b45a22343c" providerId="LiveId" clId="{B340BE68-3B42-4969-BE10-35E78B376322}" dt="2026-03-28T06:44:00.848" v="19" actId="21"/>
          <ac:picMkLst>
            <pc:docMk/>
            <pc:sldMk cId="3307959365" sldId="265"/>
            <ac:picMk id="6" creationId="{63E28EDD-46F7-57B8-F8BB-CD94DF7C3779}"/>
          </ac:picMkLst>
        </pc:picChg>
      </pc:sldChg>
      <pc:sldChg chg="new del">
        <pc:chgData name="sravanthi singampalli" userId="80e409b45a22343c" providerId="LiveId" clId="{B340BE68-3B42-4969-BE10-35E78B376322}" dt="2026-03-28T08:32:34.868" v="769" actId="680"/>
        <pc:sldMkLst>
          <pc:docMk/>
          <pc:sldMk cId="661724898" sldId="266"/>
        </pc:sldMkLst>
      </pc:sldChg>
      <pc:sldChg chg="addSp delSp modSp new mod">
        <pc:chgData name="sravanthi singampalli" userId="80e409b45a22343c" providerId="LiveId" clId="{B340BE68-3B42-4969-BE10-35E78B376322}" dt="2026-03-28T10:03:40.247" v="1525" actId="20577"/>
        <pc:sldMkLst>
          <pc:docMk/>
          <pc:sldMk cId="998573375" sldId="266"/>
        </pc:sldMkLst>
        <pc:spChg chg="add mod">
          <ac:chgData name="sravanthi singampalli" userId="80e409b45a22343c" providerId="LiveId" clId="{B340BE68-3B42-4969-BE10-35E78B376322}" dt="2026-03-28T08:35:50.569" v="794" actId="255"/>
          <ac:spMkLst>
            <pc:docMk/>
            <pc:sldMk cId="998573375" sldId="266"/>
            <ac:spMk id="2" creationId="{DD965B12-C912-6273-AA46-BF863C231E45}"/>
          </ac:spMkLst>
        </pc:spChg>
        <pc:spChg chg="add del mod">
          <ac:chgData name="sravanthi singampalli" userId="80e409b45a22343c" providerId="LiveId" clId="{B340BE68-3B42-4969-BE10-35E78B376322}" dt="2026-03-28T08:53:36.527" v="797"/>
          <ac:spMkLst>
            <pc:docMk/>
            <pc:sldMk cId="998573375" sldId="266"/>
            <ac:spMk id="3" creationId="{F9A7D9C1-AAC1-657E-34E5-11ACEF1C7578}"/>
          </ac:spMkLst>
        </pc:spChg>
        <pc:spChg chg="add mod">
          <ac:chgData name="sravanthi singampalli" userId="80e409b45a22343c" providerId="LiveId" clId="{B340BE68-3B42-4969-BE10-35E78B376322}" dt="2026-03-28T10:03:40.247" v="1525" actId="20577"/>
          <ac:spMkLst>
            <pc:docMk/>
            <pc:sldMk cId="998573375" sldId="266"/>
            <ac:spMk id="4" creationId="{1BFE3186-AD62-05C3-7760-4B8451535101}"/>
          </ac:spMkLst>
        </pc:spChg>
      </pc:sldChg>
      <pc:sldChg chg="modSp new del mod">
        <pc:chgData name="sravanthi singampalli" userId="80e409b45a22343c" providerId="LiveId" clId="{B340BE68-3B42-4969-BE10-35E78B376322}" dt="2026-03-28T08:33:00.422" v="774" actId="680"/>
        <pc:sldMkLst>
          <pc:docMk/>
          <pc:sldMk cId="2442622164" sldId="266"/>
        </pc:sldMkLst>
        <pc:spChg chg="mod">
          <ac:chgData name="sravanthi singampalli" userId="80e409b45a22343c" providerId="LiveId" clId="{B340BE68-3B42-4969-BE10-35E78B376322}" dt="2026-03-28T08:32:59.957" v="773" actId="14100"/>
          <ac:spMkLst>
            <pc:docMk/>
            <pc:sldMk cId="2442622164" sldId="266"/>
            <ac:spMk id="2" creationId="{D6A14591-DD2A-9157-0957-D3173421F5B8}"/>
          </ac:spMkLst>
        </pc:spChg>
      </pc:sldChg>
      <pc:sldChg chg="addSp delSp modSp add mod">
        <pc:chgData name="sravanthi singampalli" userId="80e409b45a22343c" providerId="LiveId" clId="{B340BE68-3B42-4969-BE10-35E78B376322}" dt="2026-03-28T10:05:58.438" v="1533" actId="404"/>
        <pc:sldMkLst>
          <pc:docMk/>
          <pc:sldMk cId="625300952" sldId="267"/>
        </pc:sldMkLst>
        <pc:spChg chg="add del mod">
          <ac:chgData name="sravanthi singampalli" userId="80e409b45a22343c" providerId="LiveId" clId="{B340BE68-3B42-4969-BE10-35E78B376322}" dt="2026-03-28T09:46:43.739" v="1386"/>
          <ac:spMkLst>
            <pc:docMk/>
            <pc:sldMk cId="625300952" sldId="267"/>
            <ac:spMk id="3" creationId="{CE8CD26B-34AE-F7FD-D16C-72F8B0797171}"/>
          </ac:spMkLst>
        </pc:spChg>
        <pc:spChg chg="add mod">
          <ac:chgData name="sravanthi singampalli" userId="80e409b45a22343c" providerId="LiveId" clId="{B340BE68-3B42-4969-BE10-35E78B376322}" dt="2026-03-28T10:05:58.438" v="1533" actId="404"/>
          <ac:spMkLst>
            <pc:docMk/>
            <pc:sldMk cId="625300952" sldId="267"/>
            <ac:spMk id="4" creationId="{C09EE589-6147-3257-FF13-46BE90F364C0}"/>
          </ac:spMkLst>
        </pc:spChg>
      </pc:sldChg>
      <pc:sldChg chg="addSp new del mod">
        <pc:chgData name="sravanthi singampalli" userId="80e409b45a22343c" providerId="LiveId" clId="{B340BE68-3B42-4969-BE10-35E78B376322}" dt="2026-03-28T09:46:28.332" v="1383" actId="2696"/>
        <pc:sldMkLst>
          <pc:docMk/>
          <pc:sldMk cId="1042165980" sldId="268"/>
        </pc:sldMkLst>
        <pc:spChg chg="add">
          <ac:chgData name="sravanthi singampalli" userId="80e409b45a22343c" providerId="LiveId" clId="{B340BE68-3B42-4969-BE10-35E78B376322}" dt="2026-03-28T09:46:20.149" v="1382" actId="11529"/>
          <ac:spMkLst>
            <pc:docMk/>
            <pc:sldMk cId="1042165980" sldId="268"/>
            <ac:spMk id="2" creationId="{FD2EFA10-DF9D-03E6-AE27-80004DAFFA0E}"/>
          </ac:spMkLst>
        </pc:spChg>
      </pc:sldChg>
      <pc:sldChg chg="addSp modSp new mod ord">
        <pc:chgData name="sravanthi singampalli" userId="80e409b45a22343c" providerId="LiveId" clId="{B340BE68-3B42-4969-BE10-35E78B376322}" dt="2026-03-28T10:39:44.766" v="1980" actId="2711"/>
        <pc:sldMkLst>
          <pc:docMk/>
          <pc:sldMk cId="1980860018" sldId="268"/>
        </pc:sldMkLst>
        <pc:spChg chg="add mod">
          <ac:chgData name="sravanthi singampalli" userId="80e409b45a22343c" providerId="LiveId" clId="{B340BE68-3B42-4969-BE10-35E78B376322}" dt="2026-03-28T10:39:44.766" v="1980" actId="2711"/>
          <ac:spMkLst>
            <pc:docMk/>
            <pc:sldMk cId="1980860018" sldId="268"/>
            <ac:spMk id="2" creationId="{41A9457D-148B-802B-ADEC-A10BAC87AE16}"/>
          </ac:spMkLst>
        </pc:spChg>
        <pc:spChg chg="add mod">
          <ac:chgData name="sravanthi singampalli" userId="80e409b45a22343c" providerId="LiveId" clId="{B340BE68-3B42-4969-BE10-35E78B376322}" dt="2026-03-28T10:29:51.800" v="1946" actId="20577"/>
          <ac:spMkLst>
            <pc:docMk/>
            <pc:sldMk cId="1980860018" sldId="268"/>
            <ac:spMk id="3" creationId="{B33F6410-D406-AD2D-C184-1CF79FF065BF}"/>
          </ac:spMkLst>
        </pc:spChg>
      </pc:sldChg>
      <pc:sldChg chg="new del">
        <pc:chgData name="sravanthi singampalli" userId="80e409b45a22343c" providerId="LiveId" clId="{B340BE68-3B42-4969-BE10-35E78B376322}" dt="2026-03-28T10:11:31.923" v="1545" actId="2696"/>
        <pc:sldMkLst>
          <pc:docMk/>
          <pc:sldMk cId="2812323087" sldId="268"/>
        </pc:sldMkLst>
      </pc:sldChg>
      <pc:sldChg chg="addSp modSp new mod">
        <pc:chgData name="sravanthi singampalli" userId="80e409b45a22343c" providerId="LiveId" clId="{B340BE68-3B42-4969-BE10-35E78B376322}" dt="2026-03-28T10:51:33.841" v="2036" actId="122"/>
        <pc:sldMkLst>
          <pc:docMk/>
          <pc:sldMk cId="3213386218" sldId="269"/>
        </pc:sldMkLst>
        <pc:spChg chg="add mod">
          <ac:chgData name="sravanthi singampalli" userId="80e409b45a22343c" providerId="LiveId" clId="{B340BE68-3B42-4969-BE10-35E78B376322}" dt="2026-03-28T10:42:08.242" v="1990" actId="207"/>
          <ac:spMkLst>
            <pc:docMk/>
            <pc:sldMk cId="3213386218" sldId="269"/>
            <ac:spMk id="2" creationId="{5370CB8C-6B16-3D4E-DFE2-87C8733EF512}"/>
          </ac:spMkLst>
        </pc:spChg>
        <pc:spChg chg="add mod">
          <ac:chgData name="sravanthi singampalli" userId="80e409b45a22343c" providerId="LiveId" clId="{B340BE68-3B42-4969-BE10-35E78B376322}" dt="2026-03-28T10:43:51.976" v="2013" actId="1076"/>
          <ac:spMkLst>
            <pc:docMk/>
            <pc:sldMk cId="3213386218" sldId="269"/>
            <ac:spMk id="3" creationId="{4AB160E2-A613-7D74-8075-AA244F2D9606}"/>
          </ac:spMkLst>
        </pc:spChg>
        <pc:spChg chg="add mod">
          <ac:chgData name="sravanthi singampalli" userId="80e409b45a22343c" providerId="LiveId" clId="{B340BE68-3B42-4969-BE10-35E78B376322}" dt="2026-03-28T10:51:33.841" v="2036" actId="122"/>
          <ac:spMkLst>
            <pc:docMk/>
            <pc:sldMk cId="3213386218" sldId="269"/>
            <ac:spMk id="4" creationId="{6E95EA6F-7DEE-196D-BF27-68D5554F63A3}"/>
          </ac:spMkLst>
        </pc:spChg>
      </pc:sldChg>
      <pc:sldChg chg="addSp delSp modSp new mod">
        <pc:chgData name="sravanthi singampalli" userId="80e409b45a22343c" providerId="LiveId" clId="{B340BE68-3B42-4969-BE10-35E78B376322}" dt="2026-03-28T11:01:21.593" v="2060" actId="14100"/>
        <pc:sldMkLst>
          <pc:docMk/>
          <pc:sldMk cId="1635055156" sldId="270"/>
        </pc:sldMkLst>
        <pc:spChg chg="add del mod">
          <ac:chgData name="sravanthi singampalli" userId="80e409b45a22343c" providerId="LiveId" clId="{B340BE68-3B42-4969-BE10-35E78B376322}" dt="2026-03-28T11:00:33.026" v="2057" actId="21"/>
          <ac:spMkLst>
            <pc:docMk/>
            <pc:sldMk cId="1635055156" sldId="270"/>
            <ac:spMk id="2" creationId="{A91ABEFB-EEA7-96EA-A3FF-DB9F54F22D78}"/>
          </ac:spMkLst>
        </pc:spChg>
        <pc:spChg chg="add del">
          <ac:chgData name="sravanthi singampalli" userId="80e409b45a22343c" providerId="LiveId" clId="{B340BE68-3B42-4969-BE10-35E78B376322}" dt="2026-03-28T10:53:25.924" v="2054" actId="11529"/>
          <ac:spMkLst>
            <pc:docMk/>
            <pc:sldMk cId="1635055156" sldId="270"/>
            <ac:spMk id="3" creationId="{120B4E66-930F-0FA4-E4C2-3E09705678FA}"/>
          </ac:spMkLst>
        </pc:spChg>
        <pc:spChg chg="add del">
          <ac:chgData name="sravanthi singampalli" userId="80e409b45a22343c" providerId="LiveId" clId="{B340BE68-3B42-4969-BE10-35E78B376322}" dt="2026-03-28T10:53:58.793" v="2056" actId="21"/>
          <ac:spMkLst>
            <pc:docMk/>
            <pc:sldMk cId="1635055156" sldId="270"/>
            <ac:spMk id="4" creationId="{76BDD571-97C2-E7EC-1511-E8DBC767C8C5}"/>
          </ac:spMkLst>
        </pc:spChg>
        <pc:picChg chg="add mod">
          <ac:chgData name="sravanthi singampalli" userId="80e409b45a22343c" providerId="LiveId" clId="{B340BE68-3B42-4969-BE10-35E78B376322}" dt="2026-03-28T11:01:21.593" v="2060" actId="14100"/>
          <ac:picMkLst>
            <pc:docMk/>
            <pc:sldMk cId="1635055156" sldId="270"/>
            <ac:picMk id="6" creationId="{50F985D6-552F-8E15-A130-C2844BA7979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darrupavankumar94@gmail.com" TargetMode="External"/><Relationship Id="rId2" Type="http://schemas.openxmlformats.org/officeDocument/2006/relationships/hyperlink" Target="mailto:dasindrani2441@gmail.com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mailto:praveenbethala66@gmail.com" TargetMode="External"/><Relationship Id="rId4" Type="http://schemas.openxmlformats.org/officeDocument/2006/relationships/hyperlink" Target="mailto:prashanthnampelly7@gmail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lgerian" panose="04020705040A02060702" pitchFamily="82" charset="0"/>
              </a:rPr>
              <a:t>Adventure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ANALYIS 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Today’s  agenda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581025" y="2231480"/>
            <a:ext cx="5422900" cy="4287307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B1DFE-D605-3774-229A-8C91804AD3FB}"/>
              </a:ext>
            </a:extLst>
          </p:cNvPr>
          <p:cNvSpPr txBox="1"/>
          <p:nvPr/>
        </p:nvSpPr>
        <p:spPr>
          <a:xfrm>
            <a:off x="6184490" y="2153265"/>
            <a:ext cx="5801033" cy="397031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List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 away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07A6-1752-7278-E180-2EC98A98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Group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261F6-8A1E-9303-42EF-EA6813DF2BC3}"/>
              </a:ext>
            </a:extLst>
          </p:cNvPr>
          <p:cNvSpPr txBox="1"/>
          <p:nvPr/>
        </p:nvSpPr>
        <p:spPr>
          <a:xfrm>
            <a:off x="727587" y="2310581"/>
            <a:ext cx="9409471" cy="30469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Indrani Das                          -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dasindrani2441@gmail.com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Darru Pavan Kumar             -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darrupavankumar94@gmail.com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Nampelly Prashanth              -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prashanthnampelly7@gmail.com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Bethala Praveen Kumar         -      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praveenbethala66@gmail.com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94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A9457D-148B-802B-ADEC-A10BAC87AE16}"/>
              </a:ext>
            </a:extLst>
          </p:cNvPr>
          <p:cNvSpPr/>
          <p:nvPr/>
        </p:nvSpPr>
        <p:spPr>
          <a:xfrm>
            <a:off x="0" y="0"/>
            <a:ext cx="12192000" cy="928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 </a:t>
            </a:r>
          </a:p>
          <a:p>
            <a:pPr algn="ctr"/>
            <a:r>
              <a:rPr lang="en-IN" sz="2800" dirty="0">
                <a:latin typeface="Algerian" panose="04020705040A02060702" pitchFamily="82" charset="0"/>
              </a:rPr>
              <a:t>Summary Of the Project</a:t>
            </a:r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F6410-D406-AD2D-C184-1CF79FF065BF}"/>
              </a:ext>
            </a:extLst>
          </p:cNvPr>
          <p:cNvSpPr txBox="1"/>
          <p:nvPr/>
        </p:nvSpPr>
        <p:spPr>
          <a:xfrm>
            <a:off x="0" y="928688"/>
            <a:ext cx="12192000" cy="618630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The dashboard analysis shows total sales of 29.36M, total profit of 12.08M, 18.484K customers, and 60.398K     </a:t>
            </a:r>
          </a:p>
          <a:p>
            <a:pPr algn="just"/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 total orders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Sales performance was highest in 2013 with 16.4M sales, while 2014 recorded the lowest sales.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December recorded the highest monthly sales with 3.2M, followed by November and June, February had the  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 lowest sales.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The top 5 products generated sales between 1.01M and 1.21M, with the best-selling product contributing   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1.21M.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Quarter 4 generated the highest contribution with 9.11M sales (31.02%), while Quarter 1 had the lowest  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 contribution.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These insights can help improve business decisions, increase profits, and focus on high-performing products   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and seasons 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❖ Seasonal trends indicate that end-of-year campaigns are highly effective, so the company should prepare early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   for these peak periods. </a:t>
            </a:r>
            <a:endParaRPr lang="en-IN" b="1" dirty="0"/>
          </a:p>
          <a:p>
            <a:endParaRPr lang="en-IN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8086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C380-4DB5-26CE-0F12-718582F3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KPI List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1ACA30-ACAD-B81E-9DF5-B1CA98B3854C}"/>
              </a:ext>
            </a:extLst>
          </p:cNvPr>
          <p:cNvSpPr/>
          <p:nvPr/>
        </p:nvSpPr>
        <p:spPr>
          <a:xfrm>
            <a:off x="581191" y="2171701"/>
            <a:ext cx="5543550" cy="427196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F82F27-1F97-E8D8-982E-4E4F0E51A529}"/>
              </a:ext>
            </a:extLst>
          </p:cNvPr>
          <p:cNvSpPr/>
          <p:nvPr/>
        </p:nvSpPr>
        <p:spPr>
          <a:xfrm>
            <a:off x="6124741" y="2171701"/>
            <a:ext cx="5543550" cy="427196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94EBB-D74C-8478-306F-4474356813F4}"/>
              </a:ext>
            </a:extLst>
          </p:cNvPr>
          <p:cNvSpPr txBox="1"/>
          <p:nvPr/>
        </p:nvSpPr>
        <p:spPr>
          <a:xfrm>
            <a:off x="742950" y="2400301"/>
            <a:ext cx="55435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Total Profit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Total Sales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Total Customer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Total Orders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Total Products</a:t>
            </a:r>
          </a:p>
          <a:p>
            <a:pPr algn="ctr"/>
            <a:endParaRPr lang="en-US" sz="2400" dirty="0">
              <a:latin typeface="Arial Black" panose="020B0A04020102020204" pitchFamily="34" charset="0"/>
            </a:endParaRPr>
          </a:p>
          <a:p>
            <a:pPr algn="ctr"/>
            <a:endParaRPr lang="en-IN" sz="2400" dirty="0">
              <a:solidFill>
                <a:schemeClr val="bg1"/>
              </a:solidFill>
              <a:highlight>
                <a:srgbClr val="C0C0C0"/>
              </a:highligh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9B2D2-4F4C-35D6-E8CA-E208C404492F}"/>
              </a:ext>
            </a:extLst>
          </p:cNvPr>
          <p:cNvSpPr txBox="1"/>
          <p:nvPr/>
        </p:nvSpPr>
        <p:spPr>
          <a:xfrm>
            <a:off x="6529388" y="2557463"/>
            <a:ext cx="50814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Year Wise Sales Performance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Monthly Sales VS Production Cost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Monthly Sales Performance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Quarter Wise Sales Distribution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Country Wise Sales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Top 5 Products Sales Performance</a:t>
            </a:r>
          </a:p>
          <a:p>
            <a:pPr algn="ctr"/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48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D9EF370-450E-FE5F-0F66-9A403DC5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81780"/>
            <a:ext cx="12192000" cy="63762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69BD16-3A82-4191-5EE7-10DFD660CC7F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191322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00E20E-28AD-72B9-94EF-188F0921D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452"/>
            <a:ext cx="12192000" cy="6415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4EEE36-878C-2C23-478F-B1F33255A79F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298312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C3CD36-9C4F-418E-1BEB-3BCD6E29866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POWER BI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E34F7-6629-B589-C358-74DB846B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12192000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6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548A-66B3-BCAF-064E-AD49A397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191DA4-32AB-4E98-3B21-604973432209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M</a:t>
            </a:r>
            <a:r>
              <a:rPr lang="en-IN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Y SQL SCRIPT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4F72E4-E28F-4B7E-C28A-2AA9E208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12191999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5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965B12-C912-6273-AA46-BF863C231E45}"/>
              </a:ext>
            </a:extLst>
          </p:cNvPr>
          <p:cNvSpPr/>
          <p:nvPr/>
        </p:nvSpPr>
        <p:spPr>
          <a:xfrm>
            <a:off x="0" y="0"/>
            <a:ext cx="12192000" cy="7000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Suggestions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E3186-AD62-05C3-7760-4B8451535101}"/>
              </a:ext>
            </a:extLst>
          </p:cNvPr>
          <p:cNvSpPr txBox="1"/>
          <p:nvPr/>
        </p:nvSpPr>
        <p:spPr>
          <a:xfrm>
            <a:off x="0" y="700088"/>
            <a:ext cx="12192000" cy="646330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❖  Profit- Focus on increasing high-margin product sales, reducing costs, improving pricing strategies, and monitoring profit   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trends to maximize overall business profitability.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❖ Sales- Increase sales by focusing on top-performing products, expanding in high-demand regions, improving customer  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retention, and using targeted marketing strategies to drive revenue growth.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❖ Customer- Improve customer retention and satisfaction by offering better service, personalized deals, loyalty programs, and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targeted promotions to encourage repeat purchases.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❖ Products-Focus on promoting high-performing products, improving low-selling products, optimizing pricing, and reducing                   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inventory costs to increase overall product profitability.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❖ Profit Margin – Analyze profit margin to understand how much profit is generated from total sales and improve pricing  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strategies.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❖ Year Wise Growth – Evaluate sales and profit trends across different years to identify business growth patterns and weak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        periods.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❖ Region Wise Sales – Track sales performance across different regions to identify strong markets and low-performing areas.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❖ Production Cost vs Sales – Compare production cost with sales amount to ensure products are generating sufficient profit.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7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00EA-90D3-60C5-1D16-B71CDFCE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3DF33-8C59-A6C9-F922-A394C2C738E9}"/>
              </a:ext>
            </a:extLst>
          </p:cNvPr>
          <p:cNvSpPr/>
          <p:nvPr/>
        </p:nvSpPr>
        <p:spPr>
          <a:xfrm>
            <a:off x="0" y="0"/>
            <a:ext cx="12192000" cy="7000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Suggestions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EE589-6147-3257-FF13-46BE90F364C0}"/>
              </a:ext>
            </a:extLst>
          </p:cNvPr>
          <p:cNvSpPr txBox="1"/>
          <p:nvPr/>
        </p:nvSpPr>
        <p:spPr>
          <a:xfrm>
            <a:off x="0" y="700088"/>
            <a:ext cx="12192000" cy="646330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Top Performing Products – Focus on products with the highest sales and profit contribution to maximize business growth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Low Performing Products – Identify products with low sales and low profit to improve strategy or reduce unnecessary costs.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Customer Analysis – Monitor customer count and repeat purchases to understand customer loyalty and buying behavior.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Monthly Sales Trend – Monitor monthly sales performance to identify peak and low-demand periods.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Monthly Profit Trend – Track monthly profit to understand which periods generate the highest returns.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Average Profit Per Order – Track profit earned per order to identify the effectiveness of pricing and cost management.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Average Sales Per Customer – Measure the average amount spent by each customer to understand customer value.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Repeat Customer Rate – Measure the percentage of repeat customers to understand customer loyalty and retention.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Discount Impact on Profit – Analyze how discounts affect profit margins to ensure promotions remain profitable.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❖ Business Optimization – Focus on products with high sales and high profit while reducing costs and improving low-performing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             areas to maximize overall business growth.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300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0CB8C-6B16-3D4E-DFE2-87C8733EF5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160E2-A613-7D74-8075-AA244F2D9606}"/>
              </a:ext>
            </a:extLst>
          </p:cNvPr>
          <p:cNvSpPr txBox="1"/>
          <p:nvPr/>
        </p:nvSpPr>
        <p:spPr>
          <a:xfrm>
            <a:off x="2466974" y="1214438"/>
            <a:ext cx="677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KEY TAKEAWAY</a:t>
            </a:r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5EA6F-7DEE-196D-BF27-68D5554F63A3}"/>
              </a:ext>
            </a:extLst>
          </p:cNvPr>
          <p:cNvSpPr txBox="1"/>
          <p:nvPr/>
        </p:nvSpPr>
        <p:spPr>
          <a:xfrm>
            <a:off x="2081211" y="1922324"/>
            <a:ext cx="7158038" cy="3970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The project provides actionable insights into sales, profit, customer demand, and product performance, enabling the business to make data-driven decisions, improve profitability, optimize inventory management, identify high-performing and low-performing areas, strengthen sales and marketing strategies, and achieve sustainable business growth and operational efficiency.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386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F985D6-552F-8E15-A130-C2844BA7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551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1778</TotalTime>
  <Words>717</Words>
  <Application>Microsoft Office PowerPoint</Application>
  <PresentationFormat>Widescreen</PresentationFormat>
  <Paragraphs>117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 Black</vt:lpstr>
      <vt:lpstr>Calibri</vt:lpstr>
      <vt:lpstr>Gill Sans MT</vt:lpstr>
      <vt:lpstr>Times New Roman</vt:lpstr>
      <vt:lpstr>Wingdings</vt:lpstr>
      <vt:lpstr>Wingdings 2</vt:lpstr>
      <vt:lpstr>Custom</vt:lpstr>
      <vt:lpstr>Adventure Works</vt:lpstr>
      <vt:lpstr>Today’s  agenda</vt:lpstr>
      <vt:lpstr>Group Details</vt:lpstr>
      <vt:lpstr>PowerPoint Presentation</vt:lpstr>
      <vt:lpstr>KPI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 Nampelly</dc:creator>
  <cp:lastModifiedBy>sravanthi singampalli</cp:lastModifiedBy>
  <cp:revision>2</cp:revision>
  <dcterms:created xsi:type="dcterms:W3CDTF">2026-03-25T05:38:50Z</dcterms:created>
  <dcterms:modified xsi:type="dcterms:W3CDTF">2026-03-28T11:01:48Z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